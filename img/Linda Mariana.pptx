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1" r:id="rId2"/>
  </p:sldIdLst>
  <p:sldSz cx="9144000" cy="6858000" type="screen4x3"/>
  <p:notesSz cx="6858000" cy="9144000"/>
  <p:defaultTextStyle>
    <a:defPPr>
      <a:defRPr lang="es-C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0" autoAdjust="0"/>
    <p:restoredTop sz="94667" autoAdjust="0"/>
  </p:normalViewPr>
  <p:slideViewPr>
    <p:cSldViewPr>
      <p:cViewPr varScale="1">
        <p:scale>
          <a:sx n="103" d="100"/>
          <a:sy n="103" d="100"/>
        </p:scale>
        <p:origin x="21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3473570-A4DB-446B-B20B-DA7D1F2DF82B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 smtClean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s-CO" noProof="0" smtClean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E035764-6439-4A81-8AD9-8C708F68023A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6719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95A6E-7944-4D5A-BB88-DF1FAA93E51B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F21EB-61BF-4369-B680-83DDA8AE1C10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56C7B-0964-4604-BD9B-AEA1DE5D5ACF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0FEF3-B514-44F2-8741-C5B73FD94436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B28E0-860B-4762-AD7E-19A05AC557EA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F8B85-8D2E-49EA-AC9B-25BBCE033B97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F466D-25A1-4D9C-B7F2-46C0465051C3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1246C6-4709-4368-9E58-9774F032CCDE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EFB97-DADC-4615-A34D-23B485467AA1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DE0A4-1C51-48DD-9ED4-D8F99AA0E2FF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76005-B5E8-4997-AB23-ABD364113B4E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50A1A-955E-419C-B673-2994263A0298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18DD8-B440-422F-9B81-3E91D2A956FB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F89DE-1479-4424-8D04-8DA7A7923D4D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EA142-AC7F-4C07-80F9-3350FAD25017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D5A58-7F56-47F9-8FD7-21E059B84A6F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0A22A-C712-4281-AD70-9E6DCE939D59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7776C-7446-46DE-865A-FB862FD65F03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0F91C-A64E-4D53-8906-AB6280FBE480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C465C-40DA-43D7-86EF-66DCC05FE2EF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D7DE0-B383-4A95-8927-1A43E73B7A10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E5CDA-1169-4EB9-940F-B8EBF28A699F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CO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3C13344-F032-4B2C-91A2-F90C4E963D24}" type="datetimeFigureOut">
              <a:rPr lang="es-CO"/>
              <a:pPr>
                <a:defRPr/>
              </a:pPr>
              <a:t>03/03/2017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40C0F21-7FE3-43C1-BA6E-50C550FBCBC6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hyperlink" Target="http://www.google.com.co/imgres?imgurl=http://www.miswallpapers.net/2008-2009Walls/infantiles/wallcoo_com_100419828_6662bc089b_o.jpg&amp;imgrefurl=http://www.fotos-bebes.es/fotos/fondos-abstractos-infantiles/&amp;usg=__1FfzZzFPm-f9epg7t0SJOsM4wUU=&amp;h=768&amp;w=1024&amp;sz=170&amp;hl=es&amp;start=482&amp;zoom=1&amp;tbnid=xRLOIB5TV8dDpM:&amp;tbnh=113&amp;tbnw=150&amp;ei=C1A8T9vNN4SftwesxYTgAg&amp;prev=/images?q=fonditos+tiernos+abstractos+infantiles&amp;start=462&amp;hl=es&amp;sa=N&amp;gbv=2&amp;tbm=isch&amp;itbs=1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0" descr="http://t2.gstatic.com/images?q=tbn:ANd9GcSejwQBI44ZzS4xCGD8R4Ni_cABzHkSO6m9fTLY2XyOC3cVFZAvges34PTz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2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9" name="3 Marcador de texto"/>
          <p:cNvSpPr>
            <a:spLocks noGrp="1"/>
          </p:cNvSpPr>
          <p:nvPr>
            <p:ph type="body" sz="half" idx="2"/>
          </p:nvPr>
        </p:nvSpPr>
        <p:spPr>
          <a:xfrm>
            <a:off x="323850" y="1412875"/>
            <a:ext cx="3311525" cy="2714625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omic Sans MS" pitchFamily="66" charset="0"/>
              </a:rPr>
              <a:t>.</a:t>
            </a:r>
            <a:endParaRPr lang="es-CO" dirty="0" smtClean="0">
              <a:latin typeface="Comic Sans MS" pitchFamily="66" charset="0"/>
            </a:endParaRPr>
          </a:p>
        </p:txBody>
      </p:sp>
      <p:pic>
        <p:nvPicPr>
          <p:cNvPr id="11270" name="Picture 5" descr="PANACA 06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63888" y="2637"/>
            <a:ext cx="2249012" cy="2994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3" descr="D:\Users\Juan Edgar\Pictures\2012-01-21 varios BB\varios BB 229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68" y="1"/>
            <a:ext cx="3408604" cy="255622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" name="Picture 3" descr="C:\Users\Juan Edgar\SOLANGEL\MARIANA\2-Mar.-12\P1070668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56176" y="-27384"/>
            <a:ext cx="2268252" cy="30243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7" descr="C:\Users\Juan Edgar\SOLANGEL\MARIANA\23-Feb.-12\P1070608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6429" y="2996952"/>
            <a:ext cx="2538282" cy="338437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2" descr="C:\Users\Juan Edgar\SOLANGEL\MARIANA\23-Feb.-12\P1070618.JPG"/>
          <p:cNvPicPr>
            <a:picLocks noGrp="1" noChangeAspect="1" noChangeArrowheads="1"/>
          </p:cNvPicPr>
          <p:nvPr>
            <p:ph idx="1"/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374500" y="3211703"/>
            <a:ext cx="2438400" cy="3251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5 Imagen" descr="la flor mas hermosa.jpg"/>
          <p:cNvPicPr>
            <a:picLocks noGrp="1" noChangeAspect="1"/>
          </p:cNvPicPr>
          <p:nvPr isPhoto="1"/>
        </p:nvPicPr>
        <p:blipFill>
          <a:blip r:embed="rId9"/>
          <a:srcRect/>
          <a:stretch>
            <a:fillRect/>
          </a:stretch>
        </p:blipFill>
        <p:spPr bwMode="auto">
          <a:xfrm>
            <a:off x="6043173" y="3477090"/>
            <a:ext cx="2812092" cy="2593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1868</TotalTime>
  <Words>1</Words>
  <Application>Microsoft Office PowerPoint</Application>
  <PresentationFormat>Presentación en pantalla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Comic Sans MS</vt:lpstr>
      <vt:lpstr>Tema de Office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ALBUN</dc:title>
  <dc:creator>Juan Edgar</dc:creator>
  <cp:lastModifiedBy>Ingedimet - Contable</cp:lastModifiedBy>
  <cp:revision>232</cp:revision>
  <dcterms:created xsi:type="dcterms:W3CDTF">2012-02-01T01:20:34Z</dcterms:created>
  <dcterms:modified xsi:type="dcterms:W3CDTF">2017-03-03T15:11:29Z</dcterms:modified>
</cp:coreProperties>
</file>